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2743200" cy="731520"/>
          </a:xfrm>
          <a:prstGeom prst="rect">
            <a:avLst/>
          </a:prstGeom>
          <a:noFill/>
          <a:ln/>
        </p:spPr>
        <p:txBody>
          <a:bodyPr wrap="square" lIns="0" tIns="0" rIns="0" bIns="0" rtlCol="0" anchor="ctr"/>
          <a:lstStyle/>
          <a:p>
            <a:pPr indent="0" marL="0">
              <a:buNone/>
            </a:pPr>
            <a:r>
              <a:rPr lang="en-US" sz="1800" dirty="0">
                <a:solidFill>
                  <a:srgbClr val="000000"/>
                </a:solidFill>
                <a:latin typeface="微软雅黑" pitchFamily="34" charset="0"/>
                <a:ea typeface="微软雅黑" pitchFamily="34" charset="-122"/>
                <a:cs typeface="微软雅黑" pitchFamily="34" charset="-120"/>
              </a:rPr>
              <a:t>TODO: 把这段超长的中文文字塞进一个很小的文本框里用来测试溢出检测是否生效并且这里还有一个【待补充：实验数据】的占位符标记以及xxxx残留</a:t>
            </a:r>
            <a:endParaRPr lang="en-US" sz="1800" dirty="0"/>
          </a:p>
        </p:txBody>
      </p:sp>
      <p:sp>
        <p:nvSpPr>
          <p:cNvPr id="3" name="Text 1"/>
          <p:cNvSpPr/>
          <p:nvPr/>
        </p:nvSpPr>
        <p:spPr>
          <a:xfrm>
            <a:off x="457200" y="1828800"/>
            <a:ext cx="3657600" cy="457200"/>
          </a:xfrm>
          <a:prstGeom prst="rect">
            <a:avLst/>
          </a:prstGeom>
          <a:noFill/>
          <a:ln/>
        </p:spPr>
        <p:txBody>
          <a:bodyPr wrap="square" lIns="0" tIns="0" rIns="0" bIns="0" rtlCol="0" anchor="ctr"/>
          <a:lstStyle/>
          <a:p>
            <a:pPr indent="0" marL="0">
              <a:buNone/>
            </a:pPr>
            <a:r>
              <a:rPr lang="en-US" sz="1800" dirty="0">
                <a:solidFill>
                  <a:srgbClr val="000000"/>
                </a:solidFill>
              </a:rPr>
              <a:t>no explicit font run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92240"/>
            <a:ext cx="1828800" cy="457200"/>
          </a:xfrm>
          <a:prstGeom prst="rect">
            <a:avLst/>
          </a:prstGeom>
          <a:noFill/>
          <a:ln/>
        </p:spPr>
        <p:txBody>
          <a:bodyPr wrap="square" lIns="0" tIns="0" rIns="0" bIns="0" rtlCol="0" anchor="ctr"/>
          <a:lstStyle/>
          <a:p>
            <a:pPr indent="0" marL="0">
              <a:buNone/>
            </a:pPr>
            <a:r>
              <a:rPr lang="en-US" sz="1600" dirty="0">
                <a:solidFill>
                  <a:srgbClr val="000000"/>
                </a:solidFill>
                <a:latin typeface="微软雅黑" pitchFamily="34" charset="0"/>
                <a:ea typeface="微软雅黑" pitchFamily="34" charset="-122"/>
                <a:cs typeface="微软雅黑" pitchFamily="34" charset="-120"/>
              </a:rPr>
              <a:t>off canvas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3657600" cy="365760"/>
          </a:xfrm>
          <a:prstGeom prst="rect">
            <a:avLst/>
          </a:prstGeom>
          <a:noFill/>
          <a:ln/>
        </p:spPr>
        <p:txBody>
          <a:bodyPr wrap="square" lIns="0" tIns="0" rIns="0" bIns="0" rtlCol="0" anchor="ctr"/>
          <a:lstStyle/>
          <a:p>
            <a:pPr indent="0" marL="0">
              <a:buNone/>
            </a:pPr>
            <a:r>
              <a:rPr lang="en-US" sz="1000" dirty="0">
                <a:solidFill>
                  <a:srgbClr val="000000"/>
                </a:solidFill>
                <a:latin typeface="微软雅黑" pitchFamily="34" charset="0"/>
                <a:ea typeface="微软雅黑" pitchFamily="34" charset="-122"/>
                <a:cs typeface="微软雅黑" pitchFamily="34" charset="-120"/>
              </a:rPr>
              <a:t>10pt 太小了</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914400"/>
            <a:ext cx="3657600" cy="914400"/>
          </a:xfrm>
          <a:prstGeom prst="rect">
            <a:avLst/>
          </a:prstGeom>
          <a:noFill/>
          <a:ln/>
        </p:spPr>
        <p:txBody>
          <a:bodyPr wrap="square" lIns="0" tIns="0" rIns="0" bIns="0" rtlCol="0" anchor="ctr"/>
          <a:lstStyle/>
          <a:p>
            <a:pPr indent="0" marL="0">
              <a:buNone/>
            </a:pPr>
            <a:r>
              <a:rPr lang="en-US" sz="1800" dirty="0">
                <a:solidFill>
                  <a:srgbClr val="000000"/>
                </a:solidFill>
                <a:latin typeface="微软雅黑" pitchFamily="34" charset="0"/>
                <a:ea typeface="微软雅黑" pitchFamily="34" charset="-122"/>
                <a:cs typeface="微软雅黑" pitchFamily="34" charset="-120"/>
              </a:rPr>
              <a:t>frame A</a:t>
            </a:r>
            <a:endParaRPr lang="en-US" sz="1800" dirty="0"/>
          </a:p>
        </p:txBody>
      </p:sp>
      <p:sp>
        <p:nvSpPr>
          <p:cNvPr id="3" name="Text 1"/>
          <p:cNvSpPr/>
          <p:nvPr/>
        </p:nvSpPr>
        <p:spPr>
          <a:xfrm>
            <a:off x="2286000" y="914400"/>
            <a:ext cx="3657600" cy="914400"/>
          </a:xfrm>
          <a:prstGeom prst="rect">
            <a:avLst/>
          </a:prstGeom>
          <a:noFill/>
          <a:ln/>
        </p:spPr>
        <p:txBody>
          <a:bodyPr wrap="square" lIns="0" tIns="0" rIns="0" bIns="0" rtlCol="0" anchor="ctr"/>
          <a:lstStyle/>
          <a:p>
            <a:pPr indent="0" marL="0">
              <a:buNone/>
            </a:pPr>
            <a:r>
              <a:rPr lang="en-US" sz="1800" dirty="0">
                <a:solidFill>
                  <a:srgbClr val="000000"/>
                </a:solidFill>
                <a:latin typeface="微软雅黑" pitchFamily="34" charset="0"/>
                <a:ea typeface="微软雅黑" pitchFamily="34" charset="-122"/>
                <a:cs typeface="微软雅黑" pitchFamily="34" charset="-120"/>
              </a:rPr>
              <a:t>frame B</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2743200" cy="365760"/>
          </a:xfrm>
          <a:prstGeom prst="rect">
            <a:avLst/>
          </a:prstGeom>
          <a:noFill/>
          <a:ln/>
        </p:spPr>
        <p:txBody>
          <a:bodyPr wrap="square" lIns="0" tIns="0" rIns="0" bIns="0" rtlCol="0" anchor="ctr"/>
          <a:lstStyle/>
          <a:p>
            <a:pPr indent="0" marL="0">
              <a:buNone/>
            </a:pPr>
            <a:r>
              <a:rPr lang="en-US" sz="1100" dirty="0">
                <a:solidFill>
                  <a:srgbClr val="000000"/>
                </a:solidFill>
                <a:latin typeface="微软雅黑" pitchFamily="34" charset="0"/>
                <a:ea typeface="微软雅黑" pitchFamily="34" charset="-122"/>
                <a:cs typeface="微软雅黑" pitchFamily="34" charset="-120"/>
              </a:rPr>
              <a:t>lorem ipsum draft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2026-10-25T17:17:20Z</dcterms:created>
  <dcterms:modified xsi:type="dcterms:W3CDTF">2026-10-25T17:17:20Z</dcterms:modified>
</cp:coreProperties>
</file>