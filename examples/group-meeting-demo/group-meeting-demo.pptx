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1-shot Acc (%)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4A4E55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35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SimCLR基线</c:v>
                  </c:pt>
                  <c:pt idx="1">
                    <c:v>RandAugment</c:v>
                  </c:pt>
                  <c:pt idx="2">
                    <c:v>Cutout</c:v>
                  </c:pt>
                  <c:pt idx="3">
                    <c:v>ColorJitter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55.9</c:v>
                </c:pt>
                <c:pt idx="2">
                  <c:v>53.4</c:v>
                </c:pt>
                <c:pt idx="3">
                  <c:v>52.1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4A4E55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A6E75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50"/>
        </c:scaling>
        <c:delete val="0"/>
        <c:axPos val="l"/>
        <c:majorGridlines>
          <c:spPr>
            <a:ln w="6350" cap="flat">
              <a:solidFill>
                <a:srgbClr val="EDEA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A6E7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A6E75"/>
                    </a:solidFill>
                    <a:latin typeface="Arial"/>
                  </a:rPr>
                  <a:t>1-shot 准确率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A1A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data (slide 4): SimCLR基线 52.8 / RandAugment 55.9 / Cutout 53.4 / ColorJitter 52.1 (1-shot %, mean of 3 seeds). Ablation (slide 5): dims 128/256/512/1024 → 54.6/55.9/55.7/55.8 (1-shot), 71.2/72.0/71.9/72.1 (5-shot).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周组会 · 进展汇报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spc="100" kern="0" dirty="0">
                <a:solidFill>
                  <a:srgbClr val="F8F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面向小样本场景的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spc="100" kern="0" dirty="0">
                <a:solidFill>
                  <a:srgbClr val="F8F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对比学习图像分类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75488" y="4069080"/>
            <a:ext cx="146304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434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C9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  张三（硕二）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C9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    李四 教授 · CV 组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C9D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2026-10-26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84080" y="4297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6456B"/>
          </a:solidFill>
          <a:ln/>
        </p:spPr>
      </p:sp>
      <p:sp>
        <p:nvSpPr>
          <p:cNvPr id="7" name="Text 5"/>
          <p:cNvSpPr/>
          <p:nvPr/>
        </p:nvSpPr>
        <p:spPr>
          <a:xfrm>
            <a:off x="10012680" y="4498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pPr indent="0" marL="0">
              <a:buNone/>
            </a:pPr>
            <a:r>
              <a:rPr lang="en-US" sz="1200" spc="200" kern="0" dirty="0">
                <a:solidFill>
                  <a:srgbClr val="8FA3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12680" y="48280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上期回顾：3 项计划，2 项完成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 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1127455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08760" y="14081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SimCLR 基线（CIFAR-FS，5-way 1-shot）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195681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1-shot 52.8%，与论文 52.6% 对齐（±0.2）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F7D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完成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1127455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008376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29077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三组数据增强策略对比实验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4564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RandAugment 组完成；Mixup 组因显存不足未跑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31638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076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部分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27455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50799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508760" y="44074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温度参数 τ 消融（0.1–1.0）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956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队列排队至周四，已预约本周一全天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4663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0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❌ 未做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本期概览：增强策略选型基本落定，训练稳定性问题待解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 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64008" cy="82296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7276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57B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920240" y="151790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RandAugment 在 1-shot 上比基线高 3.1 个点，5-shot 下优势缩小至 0.8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0" y="1801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27248"/>
            <a:ext cx="64008" cy="82296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4553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57B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920240" y="3090672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投影头维度消融：256 维已饱和，算力可省一半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7040" y="33741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700016"/>
            <a:ext cx="64008" cy="8229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1830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7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920240" y="46634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新问题：Mixup 训练 loss 震荡，尚无结论，本周求助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07040" y="4946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增强策略对比：RandAugment 1-shot 提升 </a:t>
            </a:r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</a:t>
            </a:r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设置：CIFAR-FS · ResNet-12 · 200 epoch · n=3 seeds 取均值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 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04088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685800" y="14173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188720"/>
            <a:ext cx="3959352" cy="4617720"/>
          </a:xfrm>
          <a:prstGeom prst="roundRect">
            <a:avLst>
              <a:gd name="adj" fmla="val 1386"/>
            </a:avLst>
          </a:prstGeom>
          <a:solidFill>
            <a:srgbClr val="1D3557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924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A3B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RandAugment · 1-shot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1828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55.9%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80924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+3.1pt</a:t>
            </a:r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vs 基线 (p&lt;0.01)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92440" y="352044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E6EB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5-shot 下仅 +0.8pt，增益集中在低样本区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E6EB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判断：1-shot 场景选 RandAugment，后续实验默认开启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E6EB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Cutout/ColorJitter 单独使用无显著增益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数据来源：本周实验，n=3 seeds，误差见附录 A · 纵轴自 50% 起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投影头消融：256 维已饱和，无需加宽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设置：RandAugment 固定 · 只变投影头输出维度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 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41248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投影头维度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1-shot (%)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5-shot (%)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训练时长 (h)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54.6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欠饱和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7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饱和，算力浪费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1024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收益≈0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89720" y="1325880"/>
            <a:ext cx="2542032" cy="3017520"/>
          </a:xfrm>
          <a:prstGeom prst="roundRect">
            <a:avLst>
              <a:gd name="adj" fmla="val 2158"/>
            </a:avLst>
          </a:prstGeom>
          <a:solidFill>
            <a:srgbClr val="E3EAF2"/>
          </a:solidFill>
          <a:ln/>
        </p:spPr>
      </p:sp>
      <p:sp>
        <p:nvSpPr>
          <p:cNvPr id="10" name="Text 7"/>
          <p:cNvSpPr/>
          <p:nvPr/>
        </p:nvSpPr>
        <p:spPr>
          <a:xfrm>
            <a:off x="94640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64040" y="201168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256 维：精度饱和后时长翻倍，无收益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6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后续全部实验固定 256 维，单卡可并行两组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6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5-shot 曲线同样在 256 处饱和（71.2→72.0→71.9）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数据来源：本周实验 · 附录 A 有完整 5 次重复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问题：Mixup 训练 loss 剧烈震荡（未解决）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 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50468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7160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 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49560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 Mixup(α=0.2) 后 loss 每 20–30 epoch 出现尖峰（幅度 ~0.4）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1-shot 精度反而降 1.2pt；5-shot 基本不变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7064" y="1170432"/>
            <a:ext cx="550468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37160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 排 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1384" y="1792224"/>
            <a:ext cx="49560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学习率过大：τ 消融同 LR 下无震荡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数据管道错乱：已核对 shuffle 种子与标签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显存溢出降级：OOM 计数为 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550468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68496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前 假 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560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Mixup 与对比损失的温度项相互作用，混合样本相似度过高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佐证：α 降到 0.1 尖峰减半但未消失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27064" y="3767328"/>
            <a:ext cx="550468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3968496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 / 求 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4389120"/>
            <a:ext cx="49560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周三前：查证 Chen et al. 2022 是否报告过同类现象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求助：王师兄的 Mixup+MoCo 经验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求助：1 张卡跑 α∈{0.05,0.1,0.15} 细扫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下期计划（至 11-02）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 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28216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15179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补完温度 τ 消融（0.1–1.0，7 档）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0299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完成标志  </a:t>
            </a:r>
            <a:pPr indent="0" marL="0">
              <a:buNone/>
            </a:pPr>
            <a:r>
              <a:rPr lang="en-US" sz="14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周一全天已约卡 · 产出完整曲线，复现至 ±0.5pt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300984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0906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Mixup 震荡定位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6027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完成标志  </a:t>
            </a:r>
            <a:pPr indent="0" marL="0">
              <a:buNone/>
            </a:pPr>
            <a:r>
              <a:rPr lang="en-US" sz="14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按问题页假设跑 α 细扫；周三组会前有初步结论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873752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73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554480" y="46634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 Method B 原型（跨类别样本合成）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17550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完成标志  </a:t>
            </a:r>
            <a:pPr indent="0" marL="0">
              <a:buNone/>
            </a:pPr>
            <a:r>
              <a:rPr lang="en-US" sz="14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先跑通数据管线，不追求精度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需要讨论的三件事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 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82496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E3EAF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8249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03120" y="1298448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Mixup 细扫需 1×A100 约 18h，与刘同学的预训练任务冲突，请老师定优先级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14984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255264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E3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552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2871216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王师兄：MoCo + Mixup 的 loss 尖峰是否正常？有调参笔记可借阅吗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149840" y="33741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本周内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1127455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D355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828032"/>
            <a:ext cx="960120" cy="548640"/>
          </a:xfrm>
          <a:prstGeom prst="roundRect">
            <a:avLst>
              <a:gd name="adj" fmla="val 13333"/>
            </a:avLst>
          </a:prstGeom>
          <a:solidFill>
            <a:srgbClr val="E3EAF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2803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03120" y="4443984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D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5-shot 下增强增益消失——是否值得继续投入，还是转向 Method 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149840" y="4946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组会讨论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50" kern="0" dirty="0">
                <a:solidFill>
                  <a:srgbClr val="1D35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A · 完整超参数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625328" y="429768"/>
            <a:ext cx="82296" cy="2011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10771632" y="374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 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10-26 组会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200" dirty="0">
                <a:solidFill>
                  <a:srgbClr val="8A8D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347472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7706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超参数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超参数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7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size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optimizer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SGD, momentum 0.9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learning rate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0.03, cosine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 decay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1e-4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 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epochs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投影头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256-d, 2 层 MLP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Mixup α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 / 0.1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CIFAR-FS (64/16/20)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D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组会汇报示例 · 对比学习小样本分类</dc:title>
  <dc:subject>PptxGenJS Presentation</dc:subject>
  <dc:creator>ScholarDeck demo</dc:creator>
  <cp:lastModifiedBy>ScholarDeck demo</cp:lastModifiedBy>
  <cp:revision>1</cp:revision>
  <dcterms:created xsi:type="dcterms:W3CDTF">2026-10-25T17:25:43Z</dcterms:created>
  <dcterms:modified xsi:type="dcterms:W3CDTF">2026-10-25T17:25:43Z</dcterms:modified>
</cp:coreProperties>
</file>